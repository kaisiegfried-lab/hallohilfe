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Ich bin Kai, komme aus dem Online-Marketing. Ich habe im Bootcamp HalloHilfe gebaut - eine App, die aelteren Menschen im Alltag hilft. Warum gerade das, dazu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Persoenlicher Anlass: meine Mutter (77). Problem: praktische Alltagshilfe, kein Pflegedienst. Idee in einem Satz: Selbstaendigkeit in der Seniorenbetreuung, App als USP. Ehrlich: Gruendung noch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Annahme (Hypothese) oben. Zwei Zweifel: Trauen sich Senioren an einen Chat? Kann die KI einfach genug antworten? Geprueft: gebaut, live, feste Testfragen, echte Fragen. Gelernt: einfach schlaegt kompliziert; ehrlicher Rueckfallweg ist ein Vorteil; Selbstaendigkeit noch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 = erste grobe Version. MVP = kleinste brauchbare Version. Fokus auf Entscheidungen, nicht Feature-Listen: erst Test-Daten dann DB; Kontaktwege vereinfacht (zu viel Auswahl = Stress); 'Termin buchen' gestrichen (kein echter Termin); bewusst weggelassen: Login,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Herzstueck Teil 1. Warum Claude Code: schnelle Schleife statt Copy-Paste. STAND.md wichtigster Trick gegen Gedaechtnisverlust. Context Injection statt RAG bewusst gewaehlt. Sub-Agents real genutzt fuer die Anschlusswechsel-Anleitung.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Star-Moment ehrlich erzaehlen: Vermutung vs. wahre Ursache, vom Test aufgedeckt. Dann die Abwaegung (Recall vs. Genauigkeit) und wie sie geloest wurde - der Test fing den Folgefehler sofort. Das ist der Kern der Botschaft.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zeigt die Technikhilfe mit WLAN-Antwort. Betonen: einfache Sprache + Quelle + ehrlicher Rueckfallweg. Kein Agent - bewusste Entscheidung. Lernschleife: bedarfsgesteuert erweitern.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Naechste Schritte konkret. Offene Frage ehrlich lassen. Vision in einem 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selbst moderieren. Startfragen stellen. Vorbereitet sein auf: warum kein Agent/RAG, Modellwahl, Workflow (STAND.md, Tests), Herausforderungen (WLAN-Bug, viele vs. genaue Treffer).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BOOTCAMP · ABSCHLUSS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HalloHilfe: Von der Idee zur Live-App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KI eine App für eine übersehene Zielgruppe bauen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Siegfried   ·   hallo-hilfe.vercel.app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Idee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Anlass: meine Mutter (77) braucht viel Unterstuetzung im Alltag - das hat alles ausgeloest.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aeltere Menschen brauchen praktische Hilfe (Einkauf, Garten, Amtsgaenge, Technik). Kein Pflegedienst, kein Notruf - ein Mensch, der kommt und hilft.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Idee: eine Selbstaendigkeit in der Seniorenbetreuung aufbauen - und die App als Alleinstellungsmerkmal (USP), das mein Angebot abhebt.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Ehrlich: Ob ich die Selbstaendigkeit wirklich gruende, ist noch offen - dazu am Ende.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wichtigste Annahme - und was rauskam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„Ein echtes KI-Feature - Technikfragen in einfacher Sprache beantworten - macht das Angebot wertvoll, OHNE die Zielgruppe zu ueberfordern.“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49824" cy="2651760"/>
          </a:xfrm>
          <a:prstGeom prst="roundRect">
            <a:avLst>
              <a:gd name="adj" fmla="val 2759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dachte ich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„Mehr Funktionen = besseres Produkt.“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0488" y="3291840"/>
            <a:ext cx="5449824" cy="2651760"/>
          </a:xfrm>
          <a:prstGeom prst="roundRect">
            <a:avLst>
              <a:gd name="adj" fmla="val 2759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3886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Weniger, dafuer verlaesslich - und ein ehrlicher Rueckfallweg ist mehr wert als eine KI, die vorgibt, alles zu koennen.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Weg: erste Version → brauchbar → fertig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Erste grobe Version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Seiten mit Test-Daten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 „Marktstand“-Optik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Aussehen + der eine wichtige Weg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4630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Kleinste brauchbare Version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35424" y="23774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Datenbank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Anfrageformular + Admin-Bereich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- live im Internet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5008" y="14630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93608" y="23774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KI-Technikhilfe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Preisseite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Oeffentliche Vortragsseite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Entscheidungen:  </a:t>
            </a:r>
            <a:pPr indent="0" marL="0"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Kontaktwege vereinfacht (1 grosser „Anrufen“ statt 3 Knoepfe)  ·  „Termin buchen“ bewusst gestrichen  ·  bewusst kein Login, keine selbststaendige KI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Bauen mit KI-Werkzeugen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58968" cy="2148840"/>
          </a:xfrm>
          <a:prstGeom prst="roundRect">
            <a:avLst>
              <a:gd name="adj" fmla="val 3404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Werkzeug: 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" y="21214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KI, die direkt im Projekt arbeitet - Dateien aendern und Befehle/Tests selbst ausfuehren. Schnelle Bau-und-Pruef-Schleife.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1344" y="1463040"/>
            <a:ext cx="5458968" cy="2148840"/>
          </a:xfrm>
          <a:prstGeom prst="roundRect">
            <a:avLst>
              <a:gd name="adj" fmla="val 3404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7376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Arbeitsweise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37376" y="21214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STAND.md als lebendes Uebergabe-Dokument zwischen Sitzungen. CLAUDE.md als „Steckbrief“. Erst Plan, dann bauen - kleine Schritte.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458968" cy="2148840"/>
          </a:xfrm>
          <a:prstGeom prst="roundRect">
            <a:avLst>
              <a:gd name="adj" fmla="val 3404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59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die KI zu sehen bekommt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445312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handgeprueften Anleitungen direkt als „Beipackzettel“ (Context Injection). Bewusst KEIN RAG, kein Fine-tuning - einfacher + verlaesslicher.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3794760"/>
            <a:ext cx="5458968" cy="2148840"/>
          </a:xfrm>
          <a:prstGeom prst="roundRect">
            <a:avLst>
              <a:gd name="adj" fmla="val 3404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3959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Sub-Agents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37376" y="445312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 eine neue Anleitung: ein „Anleitung-Autor“ schrieb, ein „Senioren-Pruefer“ pruefte. Der Bau war agentisch - das Produkt bewusst nicht.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Der eine Bug - warum Tests zaehlen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kam bei „mein WLAN geht nicht“ der Rueckfallweg statt der Antwort.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Vermutung: Zufall der KI. Als ich genau diese Frage als festen Test einbaute, kam die wahre Ursache raus: die Antwort war zu lang und wurde mittendrin abgeschnitten → fuer die App unlesbar → Rueckfallweg.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Kreislauf:  </a:t>
            </a:r>
            <a:pPr indent="0" marL="0">
              <a:buNone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aendern → automatischer Test → nachschaerfen.   </a:t>
            </a:r>
            <a:pPr indent="0" marL="0">
              <a:buNone/>
            </a:pPr>
            <a:r>
              <a:rPr lang="en-US" sz="16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Grundsatz: Jeder Fehler wird ein fester Dauertest.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Abwaegung:  </a:t>
            </a:r>
            <a:pPr indent="0" marL="0"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 Fix half beim WLAN - liess aber „1&amp;1 nach Anschlusswechsel“ faelschlich eine WLAN-Antwort bekommen. Mehr Treffer, dafuer weniger Genauigkeit. Geloest mit eigener Anleitung + kleiner Regel - der Test fing die naechste Zweideutigkeit sofort.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KI im Produkt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869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Aeltere Menschen tippen eine Technikfrage → Schritt-fuer-Schritt-Antwort in einfacher Sprache, mit Quelle.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keine Anleitung: ehrlicher Rueckfallweg (anrufen / WhatsApp).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KEINE selbststaendig planende KI (Agent) - ein einzelner, gut kontrollierter Aufruf mit geprueften Anleitungen.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Lernschleife: offene Fragen werden mitgeschrieben → Anleitungen nach echtem Bedarf. Plus ein Test gegen Austricksen der KI.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685800"/>
            <a:ext cx="1783080" cy="5486400"/>
          </a:xfrm>
          <a:prstGeom prst="rect">
            <a:avLst/>
          </a:prstGeom>
          <a:effectLst>
            <a:outerShdw sx="100000" sy="100000" kx="0" ky="0" algn="bl" rotWithShape="0" blurRad="76200" dist="38100" dir="2700000">
              <a:srgbClr val="999999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 &amp; naechste Schritte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Anleitungen aus echten Fragen ergaenzen.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echter Test mit der Zielgruppe: eine Person loest eine Aufgabe, ich schaue nur zu (Kandidatin: meine Mutter).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eigene Internet-Adresse (Domain).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E9D6"/>
          </a:solidFill>
          <a:ln w="12700">
            <a:solidFill>
              <a:srgbClr val="F3E9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245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Frage:  </a:t>
            </a:r>
            <a:pPr indent="0" marL="0"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daraus wirklich eine Selbstaendigkeit? Das Bauen war der erste Realitaets-Test - die Entscheidung steht noch aus.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„Eine vertrauenswuerdige, lokale Anlaufstelle fuer Alltagshilfe, bei der Technik hilft statt zu ueberfordern.“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HalloHilfe  ·  hallo-hilfe.vercel.app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zum Start:  </a:t>
            </a:r>
            <a:pPr indent="0" marL="0">
              <a:buNone/>
            </a:pPr>
            <a:r>
              <a:rPr lang="en-US" sz="1500" i="1" dirty="0">
                <a:solidFill>
                  <a:srgbClr val="FB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Haette ich die KI weglassen sollen? Wie weit wuerdet ihr bei so einer Zielgruppe mit KI gehen?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2026-07-20T09:37:30Z</dcterms:created>
  <dcterms:modified xsi:type="dcterms:W3CDTF">2026-07-20T09:37:30Z</dcterms:modified>
</cp:coreProperties>
</file>